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51560"/>
            <a:ext cx="102412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Эксплуатационная документация</a:t>
            </a:r>
            <a:br/>
            <a:r>
              <a:t>и техническое руководство GigaChat AI</a:t>
            </a:r>
          </a:p>
          <a:p>
            <a:pPr>
              <a:defRPr sz="1800">
                <a:solidFill>
                  <a:srgbClr val="BBF7D0"/>
                </a:solidFill>
              </a:defRPr>
            </a:pPr>
            <a:r>
              <a:t>Практическое применение документации готового ИИ-решения | 20–30 минут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960120"/>
          </a:xfrm>
          <a:prstGeom prst="rect">
            <a:avLst/>
          </a:prstGeom>
          <a:solidFill>
            <a:srgbClr val="22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033"/>
                </a:solidFill>
              </a:defRPr>
            </a:pPr>
            <a:r>
              <a:t>Связь с предыдущей темой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325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676"/>
                </a:solidFill>
              </a:defRPr>
            </a:pPr>
            <a:r>
              <a:t>Ранее мы изучили жизненный цикл ИИ: от идеи до сопровождения.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1. Разработка ИИ — только часть жизненного цикла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52928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2. После внедрения систему необходимо поддерживать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94176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3. Для эксплуатации нужна понятная документация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6291072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676"/>
                </a:solidFill>
              </a:defRPr>
            </a:pPr>
            <a:r>
              <a:t>Учебный пример: GigaChat API и официальная документация разработчика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960120"/>
          </a:xfrm>
          <a:prstGeom prst="rect">
            <a:avLst/>
          </a:prstGeom>
          <a:solidFill>
            <a:srgbClr val="22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033"/>
                </a:solidFill>
              </a:defRPr>
            </a:pPr>
            <a:r>
              <a:t>Сегодняшний реальный пример — GigaChat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325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676"/>
                </a:solidFill>
              </a:defRPr>
            </a:pPr>
            <a:r>
              <a:t>Вместо условного ИИ-модуля рассматриваем существующее ИИ-решение и его официальную документацию.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1. GigaChat — генеративная ИИ-модель и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52928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2. Есть SDK для Python, JavaScript/TypeScript и Java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94176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3. Документация содержит API, руководства, ошибки и примеры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38042" y="6446012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676"/>
                </a:solidFill>
              </a:defRPr>
            </a:pPr>
            <a:r>
              <a:t>Учебный пример: GigaChat API и официальная документация разработчика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2538730" y="4535805"/>
            <a:ext cx="7038340" cy="1546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SDK — это Software Development Kit, набор средств разработки.</a:t>
            </a:r>
            <a:endParaRPr lang="en-US" altLang="en-US"/>
          </a:p>
          <a:p>
            <a:endParaRPr lang="en-US" altLang="en-US"/>
          </a:p>
          <a:p>
            <a:r>
              <a:rPr lang="ru-RU" altLang="en-US"/>
              <a:t>Работает </a:t>
            </a:r>
            <a:r>
              <a:rPr lang="en-US" altLang="en-US"/>
              <a:t>SDK — </a:t>
            </a:r>
            <a:r>
              <a:rPr lang="ru-RU" altLang="en-US"/>
              <a:t>как</a:t>
            </a:r>
            <a:r>
              <a:rPr lang="en-US" altLang="en-US"/>
              <a:t> готовый набор инструментов, который помогает программисту подключить какой-либо сервис к своей программе, не создавая всё взаимодействие с нуля.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960120"/>
          </a:xfrm>
          <a:prstGeom prst="rect">
            <a:avLst/>
          </a:prstGeom>
          <a:solidFill>
            <a:srgbClr val="22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033"/>
                </a:solidFill>
              </a:defRPr>
            </a:pPr>
            <a:r>
              <a:t>Что будем изучать?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325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676"/>
                </a:solidFill>
              </a:defRPr>
            </a:pPr>
            <a:r>
              <a:t>Два практических навыка инженера.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1. Анализировать готовую эксплуатационную документацию GigaChat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52928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2. Разрабатывать техническое руководство по подключению и запуску GigaChat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6291072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676"/>
                </a:solidFill>
              </a:defRPr>
            </a:pPr>
            <a:r>
              <a:t>Учебный пример: GigaChat API и официальная документация разработчика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960120"/>
          </a:xfrm>
          <a:prstGeom prst="rect">
            <a:avLst/>
          </a:prstGeom>
          <a:solidFill>
            <a:srgbClr val="22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033"/>
                </a:solidFill>
              </a:defRPr>
            </a:pPr>
            <a:r>
              <a:t>Что такое GigaChat API?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325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676"/>
                </a:solidFill>
              </a:defRPr>
            </a:pPr>
            <a:r>
              <a:t>Интерфейс, через который разработчик может подключить возможности ИИ к своему приложению.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1. Приложение пользователя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52928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2. API-запрос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94176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3. Сервис GigaChat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535424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4. Ответ 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76672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5. Интеграция результата в приложение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6291072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676"/>
                </a:solidFill>
              </a:defRPr>
            </a:pPr>
            <a:r>
              <a:t>Учебный пример: GigaChat API и официальная документация разработчика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960120"/>
          </a:xfrm>
          <a:prstGeom prst="rect">
            <a:avLst/>
          </a:prstGeom>
          <a:solidFill>
            <a:srgbClr val="22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033"/>
                </a:solidFill>
              </a:defRPr>
            </a:pPr>
            <a:r>
              <a:t>Жизненный цикл на примере GigaChat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325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676"/>
                </a:solidFill>
              </a:defRPr>
            </a:pPr>
            <a:r>
              <a:t>Связываем новую тему с предыдущей презентацией.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1. Задача → интеграция 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52928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2. Данные → запрос пользователя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94176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3. Разработка → API/SDK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535424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4. Тестирование → пробные запросы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76672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5. Внедрение → приложение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6217920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6. Сопровождение → обновления и мониторинг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6291072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676"/>
                </a:solidFill>
              </a:defRPr>
            </a:pPr>
            <a:r>
              <a:t>Учебный пример: GigaChat API и официальная документация разработчика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960120"/>
          </a:xfrm>
          <a:prstGeom prst="rect">
            <a:avLst/>
          </a:prstGeom>
          <a:solidFill>
            <a:srgbClr val="22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033"/>
                </a:solidFill>
              </a:defRPr>
            </a:pPr>
            <a:r>
              <a:t>Какая документация доступна?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325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676"/>
                </a:solidFill>
              </a:defRPr>
            </a:pPr>
            <a:r>
              <a:t>Официальная документация разработчика содержит несколько уровней.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5985" y="1769745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1. Быстрый старт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5985" y="2610993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2. Справка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5985" y="3452241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3. Использование SDK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5985" y="4293489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4. Описание ошибок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5985" y="5134737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5. Руководства по возможностям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5985" y="5975985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6. Коллекции запросов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960120"/>
          </a:xfrm>
          <a:prstGeom prst="rect">
            <a:avLst/>
          </a:prstGeom>
          <a:solidFill>
            <a:srgbClr val="22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033"/>
                </a:solidFill>
              </a:defRPr>
            </a:pPr>
            <a:r>
              <a:t>Практика №1: цель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325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676"/>
                </a:solidFill>
              </a:defRPr>
            </a:pPr>
            <a:r>
              <a:t>Проанализировать, достаточно ли документации для самостоятельного начала работы.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69745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1. Понять назначение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610993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2. Найти требования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452241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3. Найти порядок получения доступа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293489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4. Найти установку SDK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134737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5. Найти первый запуск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975985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6. Найти описание ошибок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960120"/>
          </a:xfrm>
          <a:prstGeom prst="rect">
            <a:avLst/>
          </a:prstGeom>
          <a:solidFill>
            <a:srgbClr val="22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033"/>
                </a:solidFill>
              </a:defRPr>
            </a:pPr>
            <a:r>
              <a:t>Шаг 1. Назначение решения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325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676"/>
                </a:solidFill>
              </a:defRPr>
            </a:pPr>
            <a:r>
              <a:t>Первый вопрос: какую задачу решает GigaChat?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1. Генерация и обработка контента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52928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2. Работа через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94176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3. Интеграция ИИ в сторонние приложения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535424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4. Поддержка различных способов использования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6291072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676"/>
                </a:solidFill>
              </a:defRPr>
            </a:pPr>
            <a:r>
              <a:t>Учебный пример: GigaChat API и официальная документация разработчика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960120"/>
          </a:xfrm>
          <a:prstGeom prst="rect">
            <a:avLst/>
          </a:prstGeom>
          <a:solidFill>
            <a:srgbClr val="22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033"/>
                </a:solidFill>
              </a:defRPr>
            </a:pPr>
            <a:r>
              <a:t>Шаг 2. Системные требования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325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676"/>
                </a:solidFill>
              </a:defRPr>
            </a:pPr>
            <a:r>
              <a:t>Документация должна сообщать, что необходимо для начала работы.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1. Компьютер с доступом к интернету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52928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2. Среда разработки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94176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3. Поддерживаемая версия Python для Python SDK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535424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4. Ключ авторизации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76672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5. Необходимые сертификаты — согласно выбранному сценарию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6291072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676"/>
                </a:solidFill>
              </a:defRPr>
            </a:pPr>
            <a:r>
              <a:t>Учебный пример: GigaChat API и официальная документация разработчика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960120"/>
          </a:xfrm>
          <a:prstGeom prst="rect">
            <a:avLst/>
          </a:prstGeom>
          <a:solidFill>
            <a:srgbClr val="22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033"/>
                </a:solidFill>
              </a:defRPr>
            </a:pPr>
            <a:r>
              <a:t>Шаг 3. Установка SDK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325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676"/>
                </a:solidFill>
              </a:defRPr>
            </a:pPr>
            <a:r>
              <a:t>Проверяем, есть ли конкретная команда установки.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1. Python SDK устанавливается через pip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52928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2. Пример: pip install gigachat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94176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3. Важно проверить версию среды и зависимости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535424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4. После установки библиотеку можно подключать к проекту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6291072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676"/>
                </a:solidFill>
              </a:defRPr>
            </a:pPr>
            <a:r>
              <a:t>Учебный пример: GigaChat API и официальная документация разработчика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960120"/>
          </a:xfrm>
          <a:prstGeom prst="rect">
            <a:avLst/>
          </a:prstGeom>
          <a:solidFill>
            <a:srgbClr val="22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033"/>
                </a:solidFill>
              </a:defRPr>
            </a:pPr>
            <a:r>
              <a:t>Шаг 4. Авторизация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325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676"/>
                </a:solidFill>
              </a:defRPr>
            </a:pPr>
            <a:r>
              <a:t>Без доступа к API приложение не сможет отправлять запросы.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1. Создать проект в личном кабинете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52928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2. Получить ключ авторизации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94176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3. Не публиковать ключ в открытом доступе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535424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4. Передать данные авторизации в SDK или переменные окружения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6291072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676"/>
                </a:solidFill>
              </a:defRPr>
            </a:pPr>
            <a:r>
              <a:t>Учебный пример: GigaChat API и официальная документация разработчика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960120"/>
          </a:xfrm>
          <a:prstGeom prst="rect">
            <a:avLst/>
          </a:prstGeom>
          <a:solidFill>
            <a:srgbClr val="22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033"/>
                </a:solidFill>
              </a:defRPr>
            </a:pPr>
            <a:r>
              <a:t>Шаг 5. Настройка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325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676"/>
                </a:solidFill>
              </a:defRPr>
            </a:pPr>
            <a:r>
              <a:t>Документация должна объяснять параметры подключения.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1. Credentials — данные авторизации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52928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2. Scope — область доступа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94176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3. Base URL — адрес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535424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4. Model — используемая модель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76672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5. Timeout и параметры повторных запросов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6291072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676"/>
                </a:solidFill>
              </a:defRPr>
            </a:pPr>
            <a:r>
              <a:t>Учебный пример: GigaChat API и официальная документация разработчика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960120"/>
          </a:xfrm>
          <a:prstGeom prst="rect">
            <a:avLst/>
          </a:prstGeom>
          <a:solidFill>
            <a:srgbClr val="22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033"/>
                </a:solidFill>
              </a:defRPr>
            </a:pPr>
            <a:r>
              <a:t>Шаг 6. Первый запуск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325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676"/>
                </a:solidFill>
              </a:defRPr>
            </a:pPr>
            <a:r>
              <a:t>Самая важная часть инструкции для нового разработчика.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1. Импортировать библиотеку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52928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2. Создать клиент GigaChat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94176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3. Передать данные авторизации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535424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4. Отправить тестовое сообщение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76672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5. Получить и вывести ответ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6291072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676"/>
                </a:solidFill>
              </a:defRPr>
            </a:pPr>
            <a:r>
              <a:t>Учебный пример: GigaChat API и официальная документация разработчика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960120"/>
          </a:xfrm>
          <a:prstGeom prst="rect">
            <a:avLst/>
          </a:prstGeom>
          <a:solidFill>
            <a:srgbClr val="22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033"/>
                </a:solidFill>
              </a:defRPr>
            </a:pPr>
            <a:r>
              <a:t>Как проверить успешный запуск?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325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676"/>
                </a:solidFill>
              </a:defRPr>
            </a:pPr>
            <a:r>
              <a:t>Нужен конкретный ожидаемый результат.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1. Программа запускается без критической ошибки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52928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2. Запрос отправляется на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94176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3. Сервис возвращает ответ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535424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4. Ответ выводится в терминал или приложение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6291072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676"/>
                </a:solidFill>
              </a:defRPr>
            </a:pPr>
            <a:r>
              <a:t>Учебный пример: GigaChat API и официальная документация разработчика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960120"/>
          </a:xfrm>
          <a:prstGeom prst="rect">
            <a:avLst/>
          </a:prstGeom>
          <a:solidFill>
            <a:srgbClr val="22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033"/>
                </a:solidFill>
              </a:defRPr>
            </a:pPr>
            <a:r>
              <a:t>Типовые проблемы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325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676"/>
                </a:solidFill>
              </a:defRPr>
            </a:pPr>
            <a:r>
              <a:t>Документация особенно ценна, когда помогает исправить ошибку.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1. Ошибка авторизации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52928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2. Отсутствует библиотека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94176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3. Проблема с сертификатами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535424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4. Неверные параметры подключения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76672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5. Превышено время ожидания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6291072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676"/>
                </a:solidFill>
              </a:defRPr>
            </a:pPr>
            <a:r>
              <a:t>Учебный пример: GigaChat API и официальная документация разработчика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960120"/>
          </a:xfrm>
          <a:prstGeom prst="rect">
            <a:avLst/>
          </a:prstGeom>
          <a:solidFill>
            <a:srgbClr val="22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033"/>
                </a:solidFill>
              </a:defRPr>
            </a:pPr>
            <a:r>
              <a:t>Практика №1: таблица анализа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325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676"/>
                </a:solidFill>
              </a:defRPr>
            </a:pPr>
            <a:r>
              <a:t>Студент фиксирует не только найденную информацию, но и её качество.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1. Что найдено?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52928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2. Где находится информация?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94176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3. Насколько понятно описано?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535424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4. Чего не хватает новичку?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76672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5. Как улучшить инструкцию?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6291072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676"/>
                </a:solidFill>
              </a:defRPr>
            </a:pPr>
            <a:r>
              <a:t>Учебный пример: GigaChat API и официальная документация разработчика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960120"/>
          </a:xfrm>
          <a:prstGeom prst="rect">
            <a:avLst/>
          </a:prstGeom>
          <a:solidFill>
            <a:srgbClr val="22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033"/>
                </a:solidFill>
              </a:defRPr>
            </a:pPr>
            <a:r>
              <a:t>Вывод по практике №1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325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676"/>
                </a:solidFill>
              </a:defRPr>
            </a:pPr>
            <a:r>
              <a:t>Главный инженерный вопрос.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1. Сможет ли студент, впервые увидевший GigaChat API, начать работу только по документации?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52928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2. Какие разделы помогают больше всего?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94176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3. Какие действия требуют дополнительного объяснения?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6291072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676"/>
                </a:solidFill>
              </a:defRPr>
            </a:pPr>
            <a:r>
              <a:t>Учебный пример: GigaChat API и официальная документация разработчика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960120"/>
          </a:xfrm>
          <a:prstGeom prst="rect">
            <a:avLst/>
          </a:prstGeom>
          <a:solidFill>
            <a:srgbClr val="22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033"/>
                </a:solidFill>
              </a:defRPr>
            </a:pPr>
            <a:r>
              <a:t>Практика №2: новое задание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325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676"/>
                </a:solidFill>
              </a:defRPr>
            </a:pPr>
            <a:r>
              <a:t>Теперь студент сам становится техническим писателем и инженером.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1. Нужно создать руководство по установке и запуску интеграции с GigaChat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52928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2. Руководство должно быть воспроизводимым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94176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3. Другой студент должен суметь повторить все шаги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6291072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676"/>
                </a:solidFill>
              </a:defRPr>
            </a:pPr>
            <a:r>
              <a:t>Учебный пример: GigaChat API и официальная документация разработчика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960120"/>
          </a:xfrm>
          <a:prstGeom prst="rect">
            <a:avLst/>
          </a:prstGeom>
          <a:solidFill>
            <a:srgbClr val="22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033"/>
                </a:solidFill>
              </a:defRPr>
            </a:pPr>
            <a:r>
              <a:t>Структура технического руководства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325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676"/>
                </a:solidFill>
              </a:defRPr>
            </a:pPr>
            <a:r>
              <a:t>Рекомендуемая структура документа.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1. Назначение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52928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2. Системные требования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94176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3. Получение доступа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535424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4. Установка SDK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76672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5. Настройка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6217920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6. Запуск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7059168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7. Проверка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7900416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8. Типовые ошибки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6291072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676"/>
                </a:solidFill>
              </a:defRPr>
            </a:pPr>
            <a:r>
              <a:t>Учебный пример: GigaChat API и официальная документация разработчика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960120"/>
          </a:xfrm>
          <a:prstGeom prst="rect">
            <a:avLst/>
          </a:prstGeom>
          <a:solidFill>
            <a:srgbClr val="22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033"/>
                </a:solidFill>
              </a:defRPr>
            </a:pPr>
            <a:r>
              <a:t>Раздел 1. Назначение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325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676"/>
                </a:solidFill>
              </a:defRPr>
            </a:pPr>
            <a:r>
              <a:t>Пример формулировки.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1. Руководство предназначено для установки и настройки клиентского приложения, использующего GigaChat 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52928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2. Цель — выполнить первый запрос к ИИ и получить текстовый ответ.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6291072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676"/>
                </a:solidFill>
              </a:defRPr>
            </a:pPr>
            <a:r>
              <a:t>Учебный пример: GigaChat API и официальная документация разработчика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960120"/>
          </a:xfrm>
          <a:prstGeom prst="rect">
            <a:avLst/>
          </a:prstGeom>
          <a:solidFill>
            <a:srgbClr val="22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033"/>
                </a:solidFill>
              </a:defRPr>
            </a:pPr>
            <a:r>
              <a:t>Раздел 2. Необходимое ПО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325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676"/>
                </a:solidFill>
              </a:defRPr>
            </a:pPr>
            <a:r>
              <a:t>Указываем всё, что требуется заранее.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1. Операционная система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52928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2. Python или другая выбранная среда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94176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3. pip / менеджер пакетов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535424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4. Редактор кода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76672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5. Доступ в интернет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6291072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676"/>
                </a:solidFill>
              </a:defRPr>
            </a:pPr>
            <a:r>
              <a:t>Учебный пример: GigaChat API и официальная документация разработчика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960120"/>
          </a:xfrm>
          <a:prstGeom prst="rect">
            <a:avLst/>
          </a:prstGeom>
          <a:solidFill>
            <a:srgbClr val="22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033"/>
                </a:solidFill>
              </a:defRPr>
            </a:pPr>
            <a:r>
              <a:t>Раздел 3. Получение доступа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325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676"/>
                </a:solidFill>
              </a:defRPr>
            </a:pPr>
            <a:r>
              <a:t>Один из важнейших этапов.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1. Создать проект GigaChat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52928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2. Получить ключ авторизации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94176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3. Сохранить ключ безопасно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535424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4. Не размещать ключ в исходном коде публичного проекта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6291072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676"/>
                </a:solidFill>
              </a:defRPr>
            </a:pPr>
            <a:r>
              <a:t>Учебный пример: GigaChat API и официальная документация разработчика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960120"/>
          </a:xfrm>
          <a:prstGeom prst="rect">
            <a:avLst/>
          </a:prstGeom>
          <a:solidFill>
            <a:srgbClr val="22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033"/>
                </a:solidFill>
              </a:defRPr>
            </a:pPr>
            <a:r>
              <a:t>Раздел 4. Установка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325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676"/>
                </a:solidFill>
              </a:defRPr>
            </a:pPr>
            <a:r>
              <a:t>Пишем действия строго по порядку.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1. Создать папку проекта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52928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2. Создать виртуальное окружение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94176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3. Активировать его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535424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4. Установить библиотеку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76672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5. Проверить успешную установку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6291072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676"/>
                </a:solidFill>
              </a:defRPr>
            </a:pPr>
            <a:r>
              <a:t>Учебный пример: GigaChat API и официальная документация разработчика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960120"/>
          </a:xfrm>
          <a:prstGeom prst="rect">
            <a:avLst/>
          </a:prstGeom>
          <a:solidFill>
            <a:srgbClr val="22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033"/>
                </a:solidFill>
              </a:defRPr>
            </a:pPr>
            <a:r>
              <a:t>Раздел 5. Настройка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325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676"/>
                </a:solidFill>
              </a:defRPr>
            </a:pPr>
            <a:r>
              <a:t>Объясняем, где находятся параметры.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1. Настроить credentials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52928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2. Указать scope при необходимости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94176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3. Проверить адрес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535424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4. При необходимости настроить сертификаты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76672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5. Не хранить секреты в открытом виде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6291072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676"/>
                </a:solidFill>
              </a:defRPr>
            </a:pPr>
            <a:r>
              <a:t>Учебный пример: GigaChat API и официальная документация разработчика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960120"/>
          </a:xfrm>
          <a:prstGeom prst="rect">
            <a:avLst/>
          </a:prstGeom>
          <a:solidFill>
            <a:srgbClr val="22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033"/>
                </a:solidFill>
              </a:defRPr>
            </a:pPr>
            <a:r>
              <a:t>Раздел 6. Запуск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325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676"/>
                </a:solidFill>
              </a:defRPr>
            </a:pPr>
            <a:r>
              <a:t>Каждый шаг должен иметь ожидаемый результат.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1. Запустить программу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52928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2. Отправить тестовое сообщение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94176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3. Дождаться ответа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535424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4. Вывести результат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76672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5. Зафиксировать успешную проверку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6291072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676"/>
                </a:solidFill>
              </a:defRPr>
            </a:pPr>
            <a:r>
              <a:t>Учебный пример: GigaChat API и официальная документация разработчика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960120"/>
          </a:xfrm>
          <a:prstGeom prst="rect">
            <a:avLst/>
          </a:prstGeom>
          <a:solidFill>
            <a:srgbClr val="22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033"/>
                </a:solidFill>
              </a:defRPr>
            </a:pPr>
            <a:r>
              <a:t>Мини-инструкция: логика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325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676"/>
                </a:solidFill>
              </a:defRPr>
            </a:pPr>
            <a:r>
              <a:t>Упрощённая схема.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1. Пользователь → программа 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52928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2. Программа → SDK GigaChat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94176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3. SDK → API GigaChat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535424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4. API → ИИ-модель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76672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5. Ответ → программа → пользователь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6291072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676"/>
                </a:solidFill>
              </a:defRPr>
            </a:pPr>
            <a:r>
              <a:t>Учебный пример: GigaChat API и официальная документация разработчика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960120"/>
          </a:xfrm>
          <a:prstGeom prst="rect">
            <a:avLst/>
          </a:prstGeom>
          <a:solidFill>
            <a:srgbClr val="22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033"/>
                </a:solidFill>
              </a:defRPr>
            </a:pPr>
            <a:r>
              <a:t>Типовые ошибки и решения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325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676"/>
                </a:solidFill>
              </a:defRPr>
            </a:pPr>
            <a:r>
              <a:t>Обязательный раздел технического руководства.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1. ModuleNotFoundError → проверить установку пакета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52928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2. Ошибка авторизации → проверить ключ и 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94176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3. SSL/сертификаты → проверить настройки сертификатов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535424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4. Timeout → проверить сеть и время ожидания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6291072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676"/>
                </a:solidFill>
              </a:defRPr>
            </a:pPr>
            <a:r>
              <a:t>Учебный пример: GigaChat API и официальная документация разработчика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960120"/>
          </a:xfrm>
          <a:prstGeom prst="rect">
            <a:avLst/>
          </a:prstGeom>
          <a:solidFill>
            <a:srgbClr val="22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033"/>
                </a:solidFill>
              </a:defRPr>
            </a:pPr>
            <a:r>
              <a:t>Критерии оценки практических работ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325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676"/>
                </a:solidFill>
              </a:defRPr>
            </a:pPr>
            <a:r>
              <a:t>Оценивается инженерный подход.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1. Полнота анализа — 30%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52928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2. Корректность технической информации — 25%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94176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3. Логика инструкции — 25%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535424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4. Понятность и оформление — 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6291072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676"/>
                </a:solidFill>
              </a:defRPr>
            </a:pPr>
            <a:r>
              <a:t>Учебный пример: GigaChat API и официальная документация разработчика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02920"/>
            <a:ext cx="109728" cy="960120"/>
          </a:xfrm>
          <a:prstGeom prst="rect">
            <a:avLst/>
          </a:prstGeom>
          <a:solidFill>
            <a:srgbClr val="22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38912"/>
            <a:ext cx="106984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42033"/>
                </a:solidFill>
              </a:defRPr>
            </a:pPr>
            <a:r>
              <a:t>Итог занятия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325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676"/>
                </a:solidFill>
              </a:defRPr>
            </a:pPr>
            <a:r>
              <a:t>Что должен уметь студент после выполнения работ?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1. Анализировать документацию реального ИИ-сервиса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52928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2. Находить требования и порядок запуска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94176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3. Выявлять недостатки документации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535424"/>
            <a:ext cx="1037844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700">
                <a:solidFill>
                  <a:srgbClr val="142033"/>
                </a:solidFill>
              </a:defRPr>
            </a:pPr>
            <a:r>
              <a:t>4. Создавать собственное техническое руководство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6291072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676"/>
                </a:solidFill>
              </a:defRPr>
            </a:pPr>
            <a:r>
              <a:t>Учебный пример: GigaChat API и официальная документация разработчика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8584</Words>
  <Application>WPS Presentation</Application>
  <PresentationFormat>On-screen Show (4:3)</PresentationFormat>
  <Paragraphs>435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1" baseType="lpstr">
      <vt:lpstr>Arial</vt:lpstr>
      <vt:lpstr>SimSun</vt:lpstr>
      <vt:lpstr>Wingdings</vt:lpstr>
      <vt:lpstr>Arial</vt:lpstr>
      <vt:lpstr>Calibri</vt:lpstr>
      <vt:lpstr>Helvetica Neue</vt:lpstr>
      <vt:lpstr>Microsoft YaHei</vt:lpstr>
      <vt:lpstr>汉仪旗黑</vt:lpstr>
      <vt:lpstr>Arial Unicode MS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reckless</cp:lastModifiedBy>
  <cp:revision>3</cp:revision>
  <dcterms:created xsi:type="dcterms:W3CDTF">2026-09-06T15:12:46Z</dcterms:created>
  <dcterms:modified xsi:type="dcterms:W3CDTF">2026-09-06T15:12:46Z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F93E3D9572E6AC066E829D6A0A89C666_42</vt:lpwstr>
  </property>
  <property fmtid="{D5CDD505-2E9C-101B-9397-08002B2CF9AE}" pid="3" name="KSOProductBuildVer">
    <vt:lpwstr>1033-6.11.0.8608</vt:lpwstr>
  </property>
</Properties>
</file>